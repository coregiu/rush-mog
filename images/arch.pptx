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80135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540" y="300"/>
      </p:cViewPr>
      <p:guideLst>
        <p:guide orient="horz" pos="2160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0101" y="2130426"/>
            <a:ext cx="9181148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0203" y="3886200"/>
            <a:ext cx="756094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771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891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53232" y="4406900"/>
            <a:ext cx="918114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3232" y="2906714"/>
            <a:ext cx="918114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16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40068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90686" y="1600201"/>
            <a:ext cx="47705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5462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535113"/>
            <a:ext cx="477247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0068" y="2174875"/>
            <a:ext cx="477247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86937" y="1535113"/>
            <a:ext cx="477434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86937" y="2174875"/>
            <a:ext cx="477434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86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7211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306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0068" y="273050"/>
            <a:ext cx="3553570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23028" y="273051"/>
            <a:ext cx="6038255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40068" y="1435101"/>
            <a:ext cx="3553570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499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7140" y="4800601"/>
            <a:ext cx="648081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17140" y="612775"/>
            <a:ext cx="648081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117140" y="5367339"/>
            <a:ext cx="648081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46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71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30979" y="274639"/>
            <a:ext cx="2430304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40067" y="274639"/>
            <a:ext cx="7110889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4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40068" y="274638"/>
            <a:ext cx="97212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40068" y="1600201"/>
            <a:ext cx="972121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0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0BDAC-40CF-4CAB-92B6-8882156A02C4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90461" y="6356351"/>
            <a:ext cx="34204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740968" y="6356351"/>
            <a:ext cx="25203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F8582-85AF-44A5-BD1B-FF0BF1ACCC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29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530582" y="542970"/>
            <a:ext cx="1418169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9" descr="说话素材 - Canva可画"/>
          <p:cNvSpPr>
            <a:spLocks noChangeAspect="1" noChangeArrowheads="1"/>
          </p:cNvSpPr>
          <p:nvPr/>
        </p:nvSpPr>
        <p:spPr bwMode="auto">
          <a:xfrm>
            <a:off x="183773" y="-144463"/>
            <a:ext cx="36004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11" descr="说话素材 - Canva可画"/>
          <p:cNvSpPr>
            <a:spLocks noChangeAspect="1" noChangeArrowheads="1"/>
          </p:cNvSpPr>
          <p:nvPr/>
        </p:nvSpPr>
        <p:spPr bwMode="auto">
          <a:xfrm>
            <a:off x="363795" y="7938"/>
            <a:ext cx="360045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3445" y="1306209"/>
            <a:ext cx="608069" cy="590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96095" y="1975491"/>
            <a:ext cx="495442" cy="507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499" y="2515130"/>
            <a:ext cx="676840" cy="745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4816248" y="1618878"/>
            <a:ext cx="5444244" cy="27863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In-vehicle System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65525" y="2209730"/>
            <a:ext cx="1543490" cy="185742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ESP32-S3-CAM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482" y="2507984"/>
            <a:ext cx="493723" cy="40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5102482" y="3131046"/>
            <a:ext cx="1269574" cy="238014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PS2 </a:t>
            </a:r>
            <a:r>
              <a:rPr lang="en-US" altLang="zh-CN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 server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102482" y="3422097"/>
            <a:ext cx="1269574" cy="238014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Command Receiver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932206" y="2209730"/>
            <a:ext cx="3172389" cy="1563837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STM32F103C8T6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102482" y="3721017"/>
            <a:ext cx="1269574" cy="238014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Sensor Receiver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40" name="Picture 1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237" y="3995142"/>
            <a:ext cx="447490" cy="35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肘形连接符 10"/>
          <p:cNvCxnSpPr>
            <a:stCxn id="1040" idx="0"/>
            <a:endCxn id="20" idx="1"/>
          </p:cNvCxnSpPr>
          <p:nvPr/>
        </p:nvCxnSpPr>
        <p:spPr>
          <a:xfrm rot="5400000" flipH="1" flipV="1">
            <a:off x="4914172" y="3806834"/>
            <a:ext cx="155118" cy="221502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63910" y="2861966"/>
            <a:ext cx="3498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/>
              <a:t>WIFI</a:t>
            </a:r>
            <a:endParaRPr lang="zh-CN" altLang="en-US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5655309" y="2861965"/>
            <a:ext cx="8675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/>
              <a:t>Main Control</a:t>
            </a:r>
            <a:endParaRPr lang="zh-CN" altLang="en-US" sz="1000" dirty="0"/>
          </a:p>
        </p:txBody>
      </p:sp>
      <p:sp>
        <p:nvSpPr>
          <p:cNvPr id="28" name="矩形 27"/>
          <p:cNvSpPr/>
          <p:nvPr/>
        </p:nvSpPr>
        <p:spPr>
          <a:xfrm>
            <a:off x="7252436" y="2775149"/>
            <a:ext cx="895680" cy="383969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Command</a:t>
            </a:r>
          </a:p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618" y="3335244"/>
            <a:ext cx="358725" cy="371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7" name="肘形连接符 36"/>
          <p:cNvCxnSpPr>
            <a:stCxn id="1043" idx="2"/>
            <a:endCxn id="20" idx="1"/>
          </p:cNvCxnSpPr>
          <p:nvPr/>
        </p:nvCxnSpPr>
        <p:spPr>
          <a:xfrm rot="16200000" flipH="1">
            <a:off x="4925275" y="3662816"/>
            <a:ext cx="132914" cy="221503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/>
          <p:cNvSpPr/>
          <p:nvPr/>
        </p:nvSpPr>
        <p:spPr>
          <a:xfrm>
            <a:off x="6405270" y="2465767"/>
            <a:ext cx="207490" cy="20502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44" name="矩形 43"/>
          <p:cNvSpPr/>
          <p:nvPr/>
        </p:nvSpPr>
        <p:spPr>
          <a:xfrm>
            <a:off x="6808275" y="2465767"/>
            <a:ext cx="207490" cy="20502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cxnSp>
        <p:nvCxnSpPr>
          <p:cNvPr id="33" name="直接连接符 32"/>
          <p:cNvCxnSpPr>
            <a:stCxn id="31" idx="3"/>
            <a:endCxn id="44" idx="1"/>
          </p:cNvCxnSpPr>
          <p:nvPr/>
        </p:nvCxnSpPr>
        <p:spPr>
          <a:xfrm>
            <a:off x="6612759" y="2568281"/>
            <a:ext cx="1955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/>
        </p:nvGrpSpPr>
        <p:grpSpPr>
          <a:xfrm>
            <a:off x="8267945" y="2836576"/>
            <a:ext cx="593705" cy="261242"/>
            <a:chOff x="7350247" y="2758068"/>
            <a:chExt cx="606129" cy="261242"/>
          </a:xfrm>
        </p:grpSpPr>
        <p:sp>
          <p:nvSpPr>
            <p:cNvPr id="16" name="流程图: 直接访问存储器 15"/>
            <p:cNvSpPr/>
            <p:nvPr/>
          </p:nvSpPr>
          <p:spPr>
            <a:xfrm>
              <a:off x="7416316" y="2758068"/>
              <a:ext cx="540060" cy="260874"/>
            </a:xfrm>
            <a:prstGeom prst="flowChartMagneticDrum">
              <a:avLst/>
            </a:prstGeom>
            <a:noFill/>
            <a:ln w="6350"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350247" y="2765394"/>
              <a:ext cx="56330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50" dirty="0" smtClean="0"/>
                <a:t>Queue</a:t>
              </a:r>
              <a:endParaRPr lang="zh-CN" altLang="en-US" sz="1200" dirty="0"/>
            </a:p>
          </p:txBody>
        </p:sp>
      </p:grpSp>
      <p:sp>
        <p:nvSpPr>
          <p:cNvPr id="68" name="矩形 67"/>
          <p:cNvSpPr/>
          <p:nvPr/>
        </p:nvSpPr>
        <p:spPr>
          <a:xfrm>
            <a:off x="9057003" y="2775149"/>
            <a:ext cx="915456" cy="383969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Command</a:t>
            </a:r>
          </a:p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Consumer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/>
          <p:cNvCxnSpPr>
            <a:stCxn id="16" idx="4"/>
            <a:endCxn id="68" idx="1"/>
          </p:cNvCxnSpPr>
          <p:nvPr/>
        </p:nvCxnSpPr>
        <p:spPr>
          <a:xfrm>
            <a:off x="8861650" y="2967013"/>
            <a:ext cx="195353" cy="1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7069386" y="3408890"/>
            <a:ext cx="1310023" cy="230355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 bot Executor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438152" y="3408890"/>
            <a:ext cx="1310023" cy="230355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Motor </a:t>
            </a:r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Executor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肘形连接符 65"/>
          <p:cNvCxnSpPr>
            <a:stCxn id="68" idx="2"/>
            <a:endCxn id="76" idx="0"/>
          </p:cNvCxnSpPr>
          <p:nvPr/>
        </p:nvCxnSpPr>
        <p:spPr>
          <a:xfrm rot="5400000">
            <a:off x="8494679" y="2388838"/>
            <a:ext cx="249772" cy="1790333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/>
          <p:cNvCxnSpPr>
            <a:stCxn id="68" idx="2"/>
            <a:endCxn id="77" idx="0"/>
          </p:cNvCxnSpPr>
          <p:nvPr/>
        </p:nvCxnSpPr>
        <p:spPr>
          <a:xfrm rot="5400000">
            <a:off x="9179062" y="3073221"/>
            <a:ext cx="249772" cy="421567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07892" y="4173648"/>
            <a:ext cx="433013" cy="485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1" name="直接连接符 70"/>
          <p:cNvCxnSpPr>
            <a:stCxn id="76" idx="2"/>
            <a:endCxn id="1044" idx="0"/>
          </p:cNvCxnSpPr>
          <p:nvPr/>
        </p:nvCxnSpPr>
        <p:spPr>
          <a:xfrm>
            <a:off x="7724398" y="3639245"/>
            <a:ext cx="0" cy="534403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9233" y="4247706"/>
            <a:ext cx="407015" cy="41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1" name="Picture 2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6275" y="4239694"/>
            <a:ext cx="407015" cy="41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9" name="肘形连接符 78"/>
          <p:cNvCxnSpPr>
            <a:stCxn id="75" idx="2"/>
            <a:endCxn id="91" idx="0"/>
          </p:cNvCxnSpPr>
          <p:nvPr/>
        </p:nvCxnSpPr>
        <p:spPr>
          <a:xfrm rot="5400000">
            <a:off x="8742323" y="3888854"/>
            <a:ext cx="128300" cy="573380"/>
          </a:xfrm>
          <a:prstGeom prst="bentConnector3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Picture 2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7580" y="4247706"/>
            <a:ext cx="407015" cy="41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5" name="Picture 21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4622" y="4239694"/>
            <a:ext cx="407015" cy="41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6" name="肘形连接符 95"/>
          <p:cNvCxnSpPr>
            <a:stCxn id="75" idx="2"/>
            <a:endCxn id="1045" idx="0"/>
          </p:cNvCxnSpPr>
          <p:nvPr/>
        </p:nvCxnSpPr>
        <p:spPr>
          <a:xfrm rot="5400000">
            <a:off x="8969796" y="4124339"/>
            <a:ext cx="136312" cy="110422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肘形连接符 98"/>
          <p:cNvCxnSpPr>
            <a:stCxn id="75" idx="2"/>
            <a:endCxn id="95" idx="0"/>
          </p:cNvCxnSpPr>
          <p:nvPr/>
        </p:nvCxnSpPr>
        <p:spPr>
          <a:xfrm rot="16200000" flipH="1">
            <a:off x="9201496" y="4003060"/>
            <a:ext cx="128300" cy="34496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肘形连接符 101"/>
          <p:cNvCxnSpPr>
            <a:stCxn id="75" idx="2"/>
            <a:endCxn id="94" idx="0"/>
          </p:cNvCxnSpPr>
          <p:nvPr/>
        </p:nvCxnSpPr>
        <p:spPr>
          <a:xfrm rot="16200000" flipH="1">
            <a:off x="9428969" y="3775587"/>
            <a:ext cx="136312" cy="807925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8657" y="1734829"/>
            <a:ext cx="451613" cy="404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6" name="矩形 105"/>
          <p:cNvSpPr/>
          <p:nvPr/>
        </p:nvSpPr>
        <p:spPr>
          <a:xfrm>
            <a:off x="8742404" y="1781331"/>
            <a:ext cx="928121" cy="31138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JQ6500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8" name="直接连接符 87"/>
          <p:cNvCxnSpPr>
            <a:stCxn id="106" idx="3"/>
            <a:endCxn id="1046" idx="1"/>
          </p:cNvCxnSpPr>
          <p:nvPr/>
        </p:nvCxnSpPr>
        <p:spPr>
          <a:xfrm>
            <a:off x="9670525" y="1937025"/>
            <a:ext cx="438132" cy="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8368697" y="2107790"/>
            <a:ext cx="156765" cy="20387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2" name="肘形连接符 91"/>
          <p:cNvCxnSpPr>
            <a:stCxn id="89" idx="0"/>
            <a:endCxn id="106" idx="1"/>
          </p:cNvCxnSpPr>
          <p:nvPr/>
        </p:nvCxnSpPr>
        <p:spPr>
          <a:xfrm rot="5400000" flipH="1" flipV="1">
            <a:off x="8509360" y="1874746"/>
            <a:ext cx="170765" cy="295324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>
            <a:stCxn id="28" idx="3"/>
            <a:endCxn id="58" idx="1"/>
          </p:cNvCxnSpPr>
          <p:nvPr/>
        </p:nvCxnSpPr>
        <p:spPr>
          <a:xfrm>
            <a:off x="8148116" y="2967134"/>
            <a:ext cx="119829" cy="37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8458376" y="3873380"/>
            <a:ext cx="1269574" cy="238014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L298N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46"/>
          <p:cNvCxnSpPr>
            <a:stCxn id="77" idx="2"/>
            <a:endCxn id="75" idx="0"/>
          </p:cNvCxnSpPr>
          <p:nvPr/>
        </p:nvCxnSpPr>
        <p:spPr>
          <a:xfrm flipH="1">
            <a:off x="9093163" y="3639245"/>
            <a:ext cx="1" cy="23413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stCxn id="44" idx="3"/>
            <a:endCxn id="28" idx="1"/>
          </p:cNvCxnSpPr>
          <p:nvPr/>
        </p:nvCxnSpPr>
        <p:spPr>
          <a:xfrm>
            <a:off x="7015765" y="2568282"/>
            <a:ext cx="236671" cy="398852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4682047" y="3591842"/>
            <a:ext cx="397866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700" dirty="0"/>
              <a:t>Radar</a:t>
            </a:r>
            <a:endParaRPr lang="zh-CN" altLang="en-US" sz="7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538" y="1274044"/>
            <a:ext cx="2315828" cy="128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" name="矩形 61"/>
          <p:cNvSpPr/>
          <p:nvPr/>
        </p:nvSpPr>
        <p:spPr>
          <a:xfrm>
            <a:off x="8619565" y="2392805"/>
            <a:ext cx="1310023" cy="230355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Audio </a:t>
            </a:r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Executor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肘形连接符 4"/>
          <p:cNvCxnSpPr>
            <a:stCxn id="68" idx="0"/>
            <a:endCxn id="62" idx="2"/>
          </p:cNvCxnSpPr>
          <p:nvPr/>
        </p:nvCxnSpPr>
        <p:spPr>
          <a:xfrm rot="16200000" flipV="1">
            <a:off x="9318660" y="2579078"/>
            <a:ext cx="151989" cy="240154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肘形连接符 9"/>
          <p:cNvCxnSpPr>
            <a:stCxn id="62" idx="1"/>
            <a:endCxn id="89" idx="2"/>
          </p:cNvCxnSpPr>
          <p:nvPr/>
        </p:nvCxnSpPr>
        <p:spPr>
          <a:xfrm rot="10800000">
            <a:off x="8447081" y="2311669"/>
            <a:ext cx="172485" cy="196314"/>
          </a:xfrm>
          <a:prstGeom prst="bentConnector2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1100893" y="2954583"/>
            <a:ext cx="2322133" cy="1857420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Center </a:t>
            </a:r>
            <a:r>
              <a:rPr lang="en-US" altLang="zh-CN" sz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4" name="Picture 1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000" y="3260512"/>
            <a:ext cx="493723" cy="40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5" name="矩形 64"/>
          <p:cNvSpPr/>
          <p:nvPr/>
        </p:nvSpPr>
        <p:spPr>
          <a:xfrm>
            <a:off x="1374809" y="3863715"/>
            <a:ext cx="1760185" cy="238014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Gateway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1374809" y="4154766"/>
            <a:ext cx="1760185" cy="238014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VLA Infer</a:t>
            </a:r>
            <a:endParaRPr lang="zh-CN" altLang="en-US" sz="10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374809" y="4453686"/>
            <a:ext cx="1760185" cy="238014"/>
          </a:xfrm>
          <a:prstGeom prst="rect">
            <a:avLst/>
          </a:prstGeom>
          <a:noFill/>
          <a:ln w="6350"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ROS2 Platform</a:t>
            </a: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2" name="Picture 1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915" y="3260511"/>
            <a:ext cx="448531" cy="407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3" name="TextBox 72"/>
          <p:cNvSpPr txBox="1"/>
          <p:nvPr/>
        </p:nvSpPr>
        <p:spPr>
          <a:xfrm>
            <a:off x="1512243" y="3617494"/>
            <a:ext cx="3498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/>
              <a:t>WIFI</a:t>
            </a:r>
            <a:endParaRPr lang="zh-CN" altLang="en-US" sz="1000" dirty="0"/>
          </a:p>
        </p:txBody>
      </p:sp>
      <p:sp>
        <p:nvSpPr>
          <p:cNvPr id="74" name="TextBox 73"/>
          <p:cNvSpPr txBox="1"/>
          <p:nvPr/>
        </p:nvSpPr>
        <p:spPr>
          <a:xfrm>
            <a:off x="2459934" y="3617494"/>
            <a:ext cx="3192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/>
              <a:t>VLA</a:t>
            </a:r>
            <a:endParaRPr lang="zh-CN" altLang="en-US" sz="1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09" y="2507983"/>
            <a:ext cx="494999" cy="407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645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38</Words>
  <Application>Microsoft Office PowerPoint</Application>
  <PresentationFormat>自定义</PresentationFormat>
  <Paragraphs>25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regiu</dc:creator>
  <cp:lastModifiedBy>regiu</cp:lastModifiedBy>
  <cp:revision>30</cp:revision>
  <dcterms:created xsi:type="dcterms:W3CDTF">2026-05-06T21:16:08Z</dcterms:created>
  <dcterms:modified xsi:type="dcterms:W3CDTF">2026-10-25T01:14:06Z</dcterms:modified>
</cp:coreProperties>
</file>