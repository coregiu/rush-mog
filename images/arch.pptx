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80135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-618" y="300"/>
      </p:cViewPr>
      <p:guideLst>
        <p:guide orient="horz" pos="2160"/>
        <p:guide pos="34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10101" y="2130426"/>
            <a:ext cx="9181148" cy="147002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620203" y="3886200"/>
            <a:ext cx="7560945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0771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1891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53232" y="4406900"/>
            <a:ext cx="918114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53232" y="2906714"/>
            <a:ext cx="918114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316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40068" y="1600201"/>
            <a:ext cx="4770596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90686" y="1600201"/>
            <a:ext cx="4770596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5462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40068" y="1535113"/>
            <a:ext cx="477247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0068" y="2174875"/>
            <a:ext cx="477247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486937" y="1535113"/>
            <a:ext cx="477434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486937" y="2174875"/>
            <a:ext cx="477434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1862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7211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8306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40068" y="273050"/>
            <a:ext cx="3553570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223028" y="273051"/>
            <a:ext cx="603825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40068" y="1435101"/>
            <a:ext cx="3553570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7499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117140" y="4800601"/>
            <a:ext cx="648081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17140" y="612775"/>
            <a:ext cx="648081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117140" y="5367339"/>
            <a:ext cx="648081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6461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37103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830979" y="274639"/>
            <a:ext cx="2430304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40067" y="274639"/>
            <a:ext cx="7110889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4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540068" y="274638"/>
            <a:ext cx="972121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40068" y="1600201"/>
            <a:ext cx="972121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40068" y="6356351"/>
            <a:ext cx="25203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50BDAC-40CF-4CAB-92B6-8882156A02C4}" type="datetimeFigureOut">
              <a:rPr lang="zh-CN" altLang="en-US" smtClean="0"/>
              <a:t>2026/5/7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690461" y="6356351"/>
            <a:ext cx="34204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740968" y="6356351"/>
            <a:ext cx="25203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3291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/>
        </p:nvGrpSpPr>
        <p:grpSpPr>
          <a:xfrm>
            <a:off x="720156" y="1772816"/>
            <a:ext cx="2736304" cy="1418169"/>
            <a:chOff x="971601" y="1990360"/>
            <a:chExt cx="2817030" cy="1418169"/>
          </a:xfrm>
        </p:grpSpPr>
        <p:pic>
          <p:nvPicPr>
            <p:cNvPr id="1029" name="Picture 5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6200000">
              <a:off x="1671031" y="1290930"/>
              <a:ext cx="1418169" cy="28170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31" name="Picture 7" descr="宋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63991" y="2149910"/>
              <a:ext cx="2232248" cy="11161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" name="AutoShape 9" descr="说话素材 - Canva可画"/>
          <p:cNvSpPr>
            <a:spLocks noChangeAspect="1" noChangeArrowheads="1"/>
          </p:cNvSpPr>
          <p:nvPr/>
        </p:nvSpPr>
        <p:spPr bwMode="auto">
          <a:xfrm>
            <a:off x="183773" y="-144463"/>
            <a:ext cx="360045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7" name="AutoShape 11" descr="说话素材 - Canva可画"/>
          <p:cNvSpPr>
            <a:spLocks noChangeAspect="1" noChangeArrowheads="1"/>
          </p:cNvSpPr>
          <p:nvPr/>
        </p:nvSpPr>
        <p:spPr bwMode="auto">
          <a:xfrm>
            <a:off x="363795" y="7938"/>
            <a:ext cx="360045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1036" name="Picture 1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0078" y="1859613"/>
            <a:ext cx="608069" cy="985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7" name="Picture 1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512" y="3190986"/>
            <a:ext cx="583845" cy="8640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8" name="Picture 14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708153" y="2266657"/>
            <a:ext cx="418582" cy="4609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矩形 8"/>
          <p:cNvSpPr/>
          <p:nvPr/>
        </p:nvSpPr>
        <p:spPr>
          <a:xfrm>
            <a:off x="4420928" y="1336625"/>
            <a:ext cx="5444244" cy="27863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zh-CN" altLang="en-US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车载系统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570205" y="1927477"/>
            <a:ext cx="1543490" cy="185742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ESP32-S3-CAM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39" name="Picture 15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7162" y="2225731"/>
            <a:ext cx="493723" cy="40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矩形 16"/>
          <p:cNvSpPr/>
          <p:nvPr/>
        </p:nvSpPr>
        <p:spPr>
          <a:xfrm>
            <a:off x="4707162" y="2848793"/>
            <a:ext cx="1269574" cy="238014"/>
          </a:xfrm>
          <a:prstGeom prst="rect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Ps2 web server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4707162" y="3139844"/>
            <a:ext cx="1269574" cy="238014"/>
          </a:xfrm>
          <a:prstGeom prst="rect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VLA Infer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6536886" y="1927477"/>
            <a:ext cx="2968245" cy="185742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STM32F103C8T6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707162" y="3438764"/>
            <a:ext cx="1269574" cy="238014"/>
          </a:xfrm>
          <a:prstGeom prst="rect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Sensor Receiver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40" name="Picture 16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1917" y="3712889"/>
            <a:ext cx="447490" cy="357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1" name="肘形连接符 10"/>
          <p:cNvCxnSpPr>
            <a:stCxn id="1040" idx="0"/>
            <a:endCxn id="20" idx="1"/>
          </p:cNvCxnSpPr>
          <p:nvPr/>
        </p:nvCxnSpPr>
        <p:spPr>
          <a:xfrm rot="5400000" flipH="1" flipV="1">
            <a:off x="4518852" y="3524581"/>
            <a:ext cx="155118" cy="2215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1" name="Picture 17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8908" y="2225730"/>
            <a:ext cx="448531" cy="4070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4768590" y="2579713"/>
            <a:ext cx="3498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smtClean="0"/>
              <a:t>WIFI</a:t>
            </a:r>
            <a:endParaRPr lang="zh-CN" altLang="en-US" sz="1000" dirty="0"/>
          </a:p>
        </p:txBody>
      </p:sp>
      <p:sp>
        <p:nvSpPr>
          <p:cNvPr id="27" name="TextBox 26"/>
          <p:cNvSpPr txBox="1"/>
          <p:nvPr/>
        </p:nvSpPr>
        <p:spPr>
          <a:xfrm>
            <a:off x="5524949" y="2579713"/>
            <a:ext cx="3192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smtClean="0"/>
              <a:t>VLA</a:t>
            </a:r>
            <a:endParaRPr lang="zh-CN" altLang="en-US" sz="1000" dirty="0"/>
          </a:p>
        </p:txBody>
      </p:sp>
      <p:grpSp>
        <p:nvGrpSpPr>
          <p:cNvPr id="14" name="组合 13"/>
          <p:cNvGrpSpPr/>
          <p:nvPr/>
        </p:nvGrpSpPr>
        <p:grpSpPr>
          <a:xfrm>
            <a:off x="6657208" y="2491216"/>
            <a:ext cx="775851" cy="853499"/>
            <a:chOff x="6156176" y="2342985"/>
            <a:chExt cx="1296144" cy="529065"/>
          </a:xfrm>
        </p:grpSpPr>
        <p:sp>
          <p:nvSpPr>
            <p:cNvPr id="28" name="矩形 27"/>
            <p:cNvSpPr/>
            <p:nvPr/>
          </p:nvSpPr>
          <p:spPr>
            <a:xfrm>
              <a:off x="6156176" y="2342985"/>
              <a:ext cx="1296144" cy="238014"/>
            </a:xfrm>
            <a:prstGeom prst="rect">
              <a:avLst/>
            </a:prstGeom>
            <a:noFill/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00" dirty="0" smtClean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Audio Receiver</a:t>
              </a:r>
              <a:endParaRPr lang="zh-CN" altLang="en-US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6156176" y="2634036"/>
              <a:ext cx="1296144" cy="238014"/>
            </a:xfrm>
            <a:prstGeom prst="rect">
              <a:avLst/>
            </a:prstGeom>
            <a:noFill/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00" dirty="0" smtClean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PS2 Receiver</a:t>
              </a:r>
              <a:endParaRPr lang="zh-CN" altLang="en-US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1043" name="Picture 19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6298" y="3052991"/>
            <a:ext cx="358725" cy="371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37" name="肘形连接符 36"/>
          <p:cNvCxnSpPr>
            <a:stCxn id="1043" idx="2"/>
            <a:endCxn id="20" idx="1"/>
          </p:cNvCxnSpPr>
          <p:nvPr/>
        </p:nvCxnSpPr>
        <p:spPr>
          <a:xfrm rot="16200000" flipH="1">
            <a:off x="4529955" y="3380563"/>
            <a:ext cx="132914" cy="2215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/>
          <p:cNvGrpSpPr/>
          <p:nvPr/>
        </p:nvGrpSpPr>
        <p:grpSpPr>
          <a:xfrm>
            <a:off x="5927591" y="2141488"/>
            <a:ext cx="704302" cy="593234"/>
            <a:chOff x="5927591" y="2141488"/>
            <a:chExt cx="704302" cy="593234"/>
          </a:xfrm>
        </p:grpSpPr>
        <p:sp>
          <p:nvSpPr>
            <p:cNvPr id="31" name="矩形 30"/>
            <p:cNvSpPr/>
            <p:nvPr/>
          </p:nvSpPr>
          <p:spPr>
            <a:xfrm>
              <a:off x="6009950" y="2183514"/>
              <a:ext cx="207490" cy="205029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800" dirty="0"/>
            </a:p>
          </p:txBody>
        </p:sp>
        <p:sp>
          <p:nvSpPr>
            <p:cNvPr id="43" name="矩形 42"/>
            <p:cNvSpPr/>
            <p:nvPr/>
          </p:nvSpPr>
          <p:spPr>
            <a:xfrm>
              <a:off x="6018890" y="2499748"/>
              <a:ext cx="207490" cy="205029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800" dirty="0"/>
            </a:p>
          </p:txBody>
        </p:sp>
        <p:sp>
          <p:nvSpPr>
            <p:cNvPr id="44" name="矩形 43"/>
            <p:cNvSpPr/>
            <p:nvPr/>
          </p:nvSpPr>
          <p:spPr>
            <a:xfrm>
              <a:off x="6412955" y="2183514"/>
              <a:ext cx="207490" cy="205029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800" dirty="0"/>
            </a:p>
          </p:txBody>
        </p:sp>
        <p:sp>
          <p:nvSpPr>
            <p:cNvPr id="45" name="矩形 44"/>
            <p:cNvSpPr/>
            <p:nvPr/>
          </p:nvSpPr>
          <p:spPr>
            <a:xfrm>
              <a:off x="6421896" y="2499748"/>
              <a:ext cx="207490" cy="205029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/>
            <p:cNvCxnSpPr>
              <a:stCxn id="31" idx="3"/>
              <a:endCxn id="44" idx="1"/>
            </p:cNvCxnSpPr>
            <p:nvPr/>
          </p:nvCxnSpPr>
          <p:spPr>
            <a:xfrm>
              <a:off x="6217439" y="2286028"/>
              <a:ext cx="1955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/>
            <p:cNvCxnSpPr>
              <a:stCxn id="43" idx="3"/>
              <a:endCxn id="45" idx="1"/>
            </p:cNvCxnSpPr>
            <p:nvPr/>
          </p:nvCxnSpPr>
          <p:spPr>
            <a:xfrm>
              <a:off x="6226380" y="2602263"/>
              <a:ext cx="1955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2" name="组合 61"/>
            <p:cNvGrpSpPr/>
            <p:nvPr/>
          </p:nvGrpSpPr>
          <p:grpSpPr>
            <a:xfrm>
              <a:off x="5927591" y="2141488"/>
              <a:ext cx="704302" cy="593234"/>
              <a:chOff x="6009872" y="4552925"/>
              <a:chExt cx="704302" cy="593234"/>
            </a:xfrm>
          </p:grpSpPr>
          <p:sp>
            <p:nvSpPr>
              <p:cNvPr id="36" name="TextBox 35"/>
              <p:cNvSpPr txBox="1"/>
              <p:nvPr/>
            </p:nvSpPr>
            <p:spPr>
              <a:xfrm>
                <a:off x="6009872" y="4552925"/>
                <a:ext cx="28870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dirty="0" smtClean="0"/>
                  <a:t>RX</a:t>
                </a:r>
                <a:endParaRPr lang="zh-CN" altLang="en-US" sz="1200" dirty="0"/>
              </a:p>
            </p:txBody>
          </p:sp>
          <p:sp>
            <p:nvSpPr>
              <p:cNvPr id="55" name="TextBox 54"/>
              <p:cNvSpPr txBox="1"/>
              <p:nvPr/>
            </p:nvSpPr>
            <p:spPr>
              <a:xfrm>
                <a:off x="6015434" y="4869159"/>
                <a:ext cx="28206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dirty="0" smtClean="0"/>
                  <a:t>TX</a:t>
                </a:r>
                <a:endParaRPr lang="zh-CN" altLang="en-US" sz="1200" dirty="0"/>
              </a:p>
            </p:txBody>
          </p:sp>
          <p:sp>
            <p:nvSpPr>
              <p:cNvPr id="56" name="TextBox 35"/>
              <p:cNvSpPr txBox="1"/>
              <p:nvPr/>
            </p:nvSpPr>
            <p:spPr>
              <a:xfrm>
                <a:off x="6432113" y="4557647"/>
                <a:ext cx="28206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CN" sz="1200" dirty="0" smtClean="0"/>
                  <a:t>TX</a:t>
                </a:r>
                <a:endParaRPr lang="zh-CN" altLang="en-US" sz="1200" dirty="0"/>
              </a:p>
            </p:txBody>
          </p:sp>
          <p:sp>
            <p:nvSpPr>
              <p:cNvPr id="57" name="TextBox 56"/>
              <p:cNvSpPr txBox="1"/>
              <p:nvPr/>
            </p:nvSpPr>
            <p:spPr>
              <a:xfrm>
                <a:off x="6421896" y="4869160"/>
                <a:ext cx="28870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dirty="0" smtClean="0"/>
                  <a:t>RX</a:t>
                </a:r>
                <a:endParaRPr lang="zh-CN" altLang="en-US" sz="1200" dirty="0"/>
              </a:p>
            </p:txBody>
          </p:sp>
        </p:grpSp>
      </p:grpSp>
      <p:grpSp>
        <p:nvGrpSpPr>
          <p:cNvPr id="38" name="组合 37"/>
          <p:cNvGrpSpPr/>
          <p:nvPr/>
        </p:nvGrpSpPr>
        <p:grpSpPr>
          <a:xfrm>
            <a:off x="7635953" y="2825933"/>
            <a:ext cx="593705" cy="260874"/>
            <a:chOff x="7350247" y="2758068"/>
            <a:chExt cx="606129" cy="260874"/>
          </a:xfrm>
        </p:grpSpPr>
        <p:sp>
          <p:nvSpPr>
            <p:cNvPr id="16" name="流程图: 直接访问存储器 15"/>
            <p:cNvSpPr/>
            <p:nvPr/>
          </p:nvSpPr>
          <p:spPr>
            <a:xfrm>
              <a:off x="7416316" y="2758068"/>
              <a:ext cx="540060" cy="260874"/>
            </a:xfrm>
            <a:prstGeom prst="flowChartMagneticDrum">
              <a:avLst/>
            </a:prstGeom>
            <a:noFill/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350247" y="2765394"/>
              <a:ext cx="45216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000" dirty="0" smtClean="0"/>
                <a:t>Queue</a:t>
              </a:r>
              <a:endParaRPr lang="zh-CN" altLang="en-US" sz="1200" dirty="0"/>
            </a:p>
          </p:txBody>
        </p:sp>
      </p:grpSp>
      <p:cxnSp>
        <p:nvCxnSpPr>
          <p:cNvPr id="40" name="肘形连接符 39"/>
          <p:cNvCxnSpPr>
            <a:stCxn id="28" idx="3"/>
            <a:endCxn id="58" idx="1"/>
          </p:cNvCxnSpPr>
          <p:nvPr/>
        </p:nvCxnSpPr>
        <p:spPr>
          <a:xfrm>
            <a:off x="7433059" y="2683201"/>
            <a:ext cx="202894" cy="273169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肘形连接符 48"/>
          <p:cNvCxnSpPr>
            <a:stCxn id="29" idx="3"/>
            <a:endCxn id="58" idx="1"/>
          </p:cNvCxnSpPr>
          <p:nvPr/>
        </p:nvCxnSpPr>
        <p:spPr>
          <a:xfrm flipV="1">
            <a:off x="7433059" y="2956370"/>
            <a:ext cx="202894" cy="196361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 67"/>
          <p:cNvSpPr/>
          <p:nvPr/>
        </p:nvSpPr>
        <p:spPr>
          <a:xfrm>
            <a:off x="8425011" y="2654130"/>
            <a:ext cx="915456" cy="604721"/>
          </a:xfrm>
          <a:prstGeom prst="rect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Timer</a:t>
            </a:r>
          </a:p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Consumer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0" name="直接箭头连接符 59"/>
          <p:cNvCxnSpPr>
            <a:stCxn id="16" idx="4"/>
            <a:endCxn id="68" idx="1"/>
          </p:cNvCxnSpPr>
          <p:nvPr/>
        </p:nvCxnSpPr>
        <p:spPr>
          <a:xfrm>
            <a:off x="8229658" y="2956370"/>
            <a:ext cx="195353" cy="1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矩形 75"/>
          <p:cNvSpPr/>
          <p:nvPr/>
        </p:nvSpPr>
        <p:spPr>
          <a:xfrm>
            <a:off x="6674066" y="3520154"/>
            <a:ext cx="1310023" cy="230355"/>
          </a:xfrm>
          <a:prstGeom prst="rect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rm-bot-</a:t>
            </a:r>
            <a:r>
              <a:rPr lang="en-US" altLang="zh-CN" sz="1050" dirty="0" err="1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exeutor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8042832" y="3520154"/>
            <a:ext cx="1310023" cy="230355"/>
          </a:xfrm>
          <a:prstGeom prst="rect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motor-</a:t>
            </a:r>
            <a:r>
              <a:rPr lang="en-US" altLang="zh-CN" sz="1050" dirty="0" err="1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exeutor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6" name="肘形连接符 65"/>
          <p:cNvCxnSpPr>
            <a:stCxn id="68" idx="2"/>
            <a:endCxn id="76" idx="0"/>
          </p:cNvCxnSpPr>
          <p:nvPr/>
        </p:nvCxnSpPr>
        <p:spPr>
          <a:xfrm rot="5400000">
            <a:off x="7975258" y="2612672"/>
            <a:ext cx="261303" cy="1553661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肘形连接符 68"/>
          <p:cNvCxnSpPr>
            <a:stCxn id="68" idx="2"/>
            <a:endCxn id="77" idx="0"/>
          </p:cNvCxnSpPr>
          <p:nvPr/>
        </p:nvCxnSpPr>
        <p:spPr>
          <a:xfrm rot="5400000">
            <a:off x="8659641" y="3297055"/>
            <a:ext cx="261303" cy="184895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112572" y="3891395"/>
            <a:ext cx="433013" cy="485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71" name="直接连接符 70"/>
          <p:cNvCxnSpPr>
            <a:stCxn id="76" idx="2"/>
            <a:endCxn id="1044" idx="0"/>
          </p:cNvCxnSpPr>
          <p:nvPr/>
        </p:nvCxnSpPr>
        <p:spPr>
          <a:xfrm>
            <a:off x="7329078" y="3750509"/>
            <a:ext cx="0" cy="14088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5" name="Picture 21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3913" y="3965453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1" name="Picture 21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0955" y="3957441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79" name="肘形连接符 78"/>
          <p:cNvCxnSpPr>
            <a:stCxn id="77" idx="2"/>
            <a:endCxn id="91" idx="0"/>
          </p:cNvCxnSpPr>
          <p:nvPr/>
        </p:nvCxnSpPr>
        <p:spPr>
          <a:xfrm rot="5400000">
            <a:off x="8307688" y="3567285"/>
            <a:ext cx="206932" cy="573381"/>
          </a:xfrm>
          <a:prstGeom prst="bent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4" name="Picture 21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2260" y="3965453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5" name="Picture 21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9302" y="3957441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96" name="肘形连接符 95"/>
          <p:cNvCxnSpPr>
            <a:stCxn id="77" idx="2"/>
            <a:endCxn id="1045" idx="0"/>
          </p:cNvCxnSpPr>
          <p:nvPr/>
        </p:nvCxnSpPr>
        <p:spPr>
          <a:xfrm rot="5400000">
            <a:off x="8535161" y="3802770"/>
            <a:ext cx="214944" cy="11042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肘形连接符 98"/>
          <p:cNvCxnSpPr>
            <a:stCxn id="77" idx="2"/>
            <a:endCxn id="95" idx="0"/>
          </p:cNvCxnSpPr>
          <p:nvPr/>
        </p:nvCxnSpPr>
        <p:spPr>
          <a:xfrm rot="16200000" flipH="1">
            <a:off x="8766861" y="3681492"/>
            <a:ext cx="206932" cy="344966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肘形连接符 101"/>
          <p:cNvCxnSpPr>
            <a:stCxn id="77" idx="2"/>
            <a:endCxn id="94" idx="0"/>
          </p:cNvCxnSpPr>
          <p:nvPr/>
        </p:nvCxnSpPr>
        <p:spPr>
          <a:xfrm rot="16200000" flipH="1">
            <a:off x="8994334" y="3454019"/>
            <a:ext cx="214944" cy="807924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6" name="Picture 22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337" y="1452576"/>
            <a:ext cx="451613" cy="4043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6" name="矩形 105"/>
          <p:cNvSpPr/>
          <p:nvPr/>
        </p:nvSpPr>
        <p:spPr>
          <a:xfrm>
            <a:off x="8347084" y="1499078"/>
            <a:ext cx="928121" cy="311388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JQ6500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8" name="直接连接符 87"/>
          <p:cNvCxnSpPr>
            <a:stCxn id="106" idx="3"/>
            <a:endCxn id="1046" idx="1"/>
          </p:cNvCxnSpPr>
          <p:nvPr/>
        </p:nvCxnSpPr>
        <p:spPr>
          <a:xfrm>
            <a:off x="9275205" y="1654772"/>
            <a:ext cx="43813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矩形 88"/>
          <p:cNvSpPr/>
          <p:nvPr/>
        </p:nvSpPr>
        <p:spPr>
          <a:xfrm>
            <a:off x="5862125" y="1825537"/>
            <a:ext cx="156765" cy="20387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2" name="肘形连接符 91"/>
          <p:cNvCxnSpPr>
            <a:stCxn id="89" idx="0"/>
            <a:endCxn id="106" idx="1"/>
          </p:cNvCxnSpPr>
          <p:nvPr/>
        </p:nvCxnSpPr>
        <p:spPr>
          <a:xfrm rot="5400000" flipH="1" flipV="1">
            <a:off x="7058414" y="536867"/>
            <a:ext cx="170765" cy="240657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45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27</Words>
  <Application>Microsoft Office PowerPoint</Application>
  <PresentationFormat>自定义</PresentationFormat>
  <Paragraphs>20</Paragraphs>
  <Slides>1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2" baseType="lpstr">
      <vt:lpstr>Office 主题​​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regiu</dc:creator>
  <cp:lastModifiedBy>regiu</cp:lastModifiedBy>
  <cp:revision>18</cp:revision>
  <dcterms:created xsi:type="dcterms:W3CDTF">2026-05-06T21:16:08Z</dcterms:created>
  <dcterms:modified xsi:type="dcterms:W3CDTF">2026-05-06T22:07:44Z</dcterms:modified>
</cp:coreProperties>
</file>