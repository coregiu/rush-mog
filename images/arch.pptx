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080135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5" d="100"/>
          <a:sy n="125" d="100"/>
        </p:scale>
        <p:origin x="-540" y="300"/>
      </p:cViewPr>
      <p:guideLst>
        <p:guide orient="horz" pos="2160"/>
        <p:guide pos="340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10101" y="2130426"/>
            <a:ext cx="9181148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20203" y="3886200"/>
            <a:ext cx="7560945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0771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891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3232" y="4406900"/>
            <a:ext cx="918114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3232" y="2906714"/>
            <a:ext cx="918114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316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540068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90686" y="1600201"/>
            <a:ext cx="4770596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5462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535113"/>
            <a:ext cx="477247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0068" y="2174875"/>
            <a:ext cx="477247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86937" y="1535113"/>
            <a:ext cx="477434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86937" y="2174875"/>
            <a:ext cx="477434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18629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7211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8306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40068" y="273050"/>
            <a:ext cx="3553570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223028" y="273051"/>
            <a:ext cx="6038255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540068" y="1435101"/>
            <a:ext cx="3553570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7499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117140" y="4800601"/>
            <a:ext cx="648081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17140" y="612775"/>
            <a:ext cx="648081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2117140" y="5367339"/>
            <a:ext cx="648081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461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371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30979" y="274639"/>
            <a:ext cx="2430304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540067" y="274639"/>
            <a:ext cx="7110889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4017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540068" y="274638"/>
            <a:ext cx="97212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540068" y="1600201"/>
            <a:ext cx="972121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400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50BDAC-40CF-4CAB-92B6-8882156A02C4}" type="datetimeFigureOut">
              <a:rPr lang="zh-CN" altLang="en-US" smtClean="0"/>
              <a:t>2026/10/25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0461" y="6356351"/>
            <a:ext cx="34204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740968" y="6356351"/>
            <a:ext cx="25203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9F8582-85AF-44A5-BD1B-FF0BF1ACCCF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3291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1530582" y="542970"/>
            <a:ext cx="1418169" cy="2736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AutoShape 9" descr="说话素材 - Canva可画"/>
          <p:cNvSpPr>
            <a:spLocks noChangeAspect="1" noChangeArrowheads="1"/>
          </p:cNvSpPr>
          <p:nvPr/>
        </p:nvSpPr>
        <p:spPr bwMode="auto">
          <a:xfrm>
            <a:off x="183773" y="-144463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11" descr="说话素材 - Canva可画"/>
          <p:cNvSpPr>
            <a:spLocks noChangeAspect="1" noChangeArrowheads="1"/>
          </p:cNvSpPr>
          <p:nvPr/>
        </p:nvSpPr>
        <p:spPr bwMode="auto">
          <a:xfrm>
            <a:off x="363795" y="7938"/>
            <a:ext cx="360045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1036" name="Picture 1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63445" y="1306209"/>
            <a:ext cx="608069" cy="5908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7" name="Picture 13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96095" y="1975491"/>
            <a:ext cx="495442" cy="507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8" name="Picture 14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6499" y="2515130"/>
            <a:ext cx="676840" cy="7453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4816248" y="1618878"/>
            <a:ext cx="5444244" cy="27863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In-vehicle </a:t>
            </a:r>
            <a:r>
              <a:rPr lang="en-US" altLang="zh-CN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System(Edge Server)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965525" y="2209730"/>
            <a:ext cx="1543490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ESP32-S3-CAM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02482" y="2507984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7" name="矩形 16"/>
          <p:cNvSpPr/>
          <p:nvPr/>
        </p:nvSpPr>
        <p:spPr>
          <a:xfrm>
            <a:off x="5102482" y="3131046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PS2 </a:t>
            </a:r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web server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5102482" y="3422097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 Receiver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6932206" y="2209730"/>
            <a:ext cx="3172389" cy="156383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STM32F103C8T6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5102482" y="3721017"/>
            <a:ext cx="1269574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Sensor Receiver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0" name="Picture 16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7237" y="3995142"/>
            <a:ext cx="447490" cy="357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11" name="肘形连接符 10"/>
          <p:cNvCxnSpPr>
            <a:stCxn id="1040" idx="0"/>
            <a:endCxn id="20" idx="1"/>
          </p:cNvCxnSpPr>
          <p:nvPr/>
        </p:nvCxnSpPr>
        <p:spPr>
          <a:xfrm rot="5400000" flipH="1" flipV="1">
            <a:off x="4914172" y="3806834"/>
            <a:ext cx="155118" cy="2215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163910" y="2861966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27" name="TextBox 26"/>
          <p:cNvSpPr txBox="1"/>
          <p:nvPr/>
        </p:nvSpPr>
        <p:spPr>
          <a:xfrm>
            <a:off x="5655309" y="2861965"/>
            <a:ext cx="8675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Main Control</a:t>
            </a:r>
            <a:endParaRPr lang="zh-CN" altLang="en-US" sz="1000" dirty="0"/>
          </a:p>
        </p:txBody>
      </p:sp>
      <p:sp>
        <p:nvSpPr>
          <p:cNvPr id="28" name="矩形 27"/>
          <p:cNvSpPr/>
          <p:nvPr/>
        </p:nvSpPr>
        <p:spPr>
          <a:xfrm>
            <a:off x="7252436" y="2775149"/>
            <a:ext cx="895680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Receiver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043" name="Picture 19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01618" y="3335244"/>
            <a:ext cx="358725" cy="371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37" name="肘形连接符 36"/>
          <p:cNvCxnSpPr>
            <a:stCxn id="1043" idx="2"/>
            <a:endCxn id="20" idx="1"/>
          </p:cNvCxnSpPr>
          <p:nvPr/>
        </p:nvCxnSpPr>
        <p:spPr>
          <a:xfrm rot="16200000" flipH="1">
            <a:off x="4925275" y="3662816"/>
            <a:ext cx="132914" cy="2215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 30"/>
          <p:cNvSpPr/>
          <p:nvPr/>
        </p:nvSpPr>
        <p:spPr>
          <a:xfrm>
            <a:off x="6405270" y="2465767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sp>
        <p:nvSpPr>
          <p:cNvPr id="44" name="矩形 43"/>
          <p:cNvSpPr/>
          <p:nvPr/>
        </p:nvSpPr>
        <p:spPr>
          <a:xfrm>
            <a:off x="6808275" y="2465767"/>
            <a:ext cx="207490" cy="20502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800" dirty="0"/>
          </a:p>
        </p:txBody>
      </p:sp>
      <p:cxnSp>
        <p:nvCxnSpPr>
          <p:cNvPr id="33" name="直接连接符 32"/>
          <p:cNvCxnSpPr>
            <a:stCxn id="31" idx="3"/>
            <a:endCxn id="44" idx="1"/>
          </p:cNvCxnSpPr>
          <p:nvPr/>
        </p:nvCxnSpPr>
        <p:spPr>
          <a:xfrm>
            <a:off x="6612759" y="2568281"/>
            <a:ext cx="1955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组合 37"/>
          <p:cNvGrpSpPr/>
          <p:nvPr/>
        </p:nvGrpSpPr>
        <p:grpSpPr>
          <a:xfrm>
            <a:off x="8267945" y="2836576"/>
            <a:ext cx="593705" cy="261242"/>
            <a:chOff x="7350247" y="2758068"/>
            <a:chExt cx="606129" cy="261242"/>
          </a:xfrm>
        </p:grpSpPr>
        <p:sp>
          <p:nvSpPr>
            <p:cNvPr id="16" name="流程图: 直接访问存储器 15"/>
            <p:cNvSpPr/>
            <p:nvPr/>
          </p:nvSpPr>
          <p:spPr>
            <a:xfrm>
              <a:off x="7416316" y="2758068"/>
              <a:ext cx="540060" cy="260874"/>
            </a:xfrm>
            <a:prstGeom prst="flowChartMagneticDrum">
              <a:avLst/>
            </a:prstGeom>
            <a:noFill/>
            <a:ln w="6350">
              <a:solidFill>
                <a:schemeClr val="accent3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58" name="TextBox 57"/>
            <p:cNvSpPr txBox="1"/>
            <p:nvPr/>
          </p:nvSpPr>
          <p:spPr>
            <a:xfrm>
              <a:off x="7350247" y="2765394"/>
              <a:ext cx="56330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050" dirty="0" smtClean="0"/>
                <a:t>Queue</a:t>
              </a:r>
              <a:endParaRPr lang="zh-CN" altLang="en-US" sz="1200" dirty="0"/>
            </a:p>
          </p:txBody>
        </p:sp>
      </p:grpSp>
      <p:sp>
        <p:nvSpPr>
          <p:cNvPr id="68" name="矩形 67"/>
          <p:cNvSpPr/>
          <p:nvPr/>
        </p:nvSpPr>
        <p:spPr>
          <a:xfrm>
            <a:off x="9057003" y="2775149"/>
            <a:ext cx="915456" cy="383969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Command</a:t>
            </a:r>
          </a:p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Consumer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0" name="直接箭头连接符 59"/>
          <p:cNvCxnSpPr>
            <a:stCxn id="16" idx="4"/>
            <a:endCxn id="68" idx="1"/>
          </p:cNvCxnSpPr>
          <p:nvPr/>
        </p:nvCxnSpPr>
        <p:spPr>
          <a:xfrm>
            <a:off x="8861650" y="2967013"/>
            <a:ext cx="195353" cy="1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/>
          <p:cNvSpPr/>
          <p:nvPr/>
        </p:nvSpPr>
        <p:spPr>
          <a:xfrm>
            <a:off x="7069386" y="3408890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Arm bot Executor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7" name="矩形 76"/>
          <p:cNvSpPr/>
          <p:nvPr/>
        </p:nvSpPr>
        <p:spPr>
          <a:xfrm>
            <a:off x="8438152" y="3408890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Motor 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Executor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6" name="肘形连接符 65"/>
          <p:cNvCxnSpPr>
            <a:stCxn id="68" idx="2"/>
            <a:endCxn id="76" idx="0"/>
          </p:cNvCxnSpPr>
          <p:nvPr/>
        </p:nvCxnSpPr>
        <p:spPr>
          <a:xfrm rot="5400000">
            <a:off x="8494679" y="2388838"/>
            <a:ext cx="249772" cy="1790333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肘形连接符 68"/>
          <p:cNvCxnSpPr>
            <a:stCxn id="68" idx="2"/>
            <a:endCxn id="77" idx="0"/>
          </p:cNvCxnSpPr>
          <p:nvPr/>
        </p:nvCxnSpPr>
        <p:spPr>
          <a:xfrm rot="5400000">
            <a:off x="9179062" y="3073221"/>
            <a:ext cx="249772" cy="421567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507892" y="4173648"/>
            <a:ext cx="433013" cy="485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1" name="直接连接符 70"/>
          <p:cNvCxnSpPr>
            <a:stCxn id="76" idx="2"/>
            <a:endCxn id="1044" idx="0"/>
          </p:cNvCxnSpPr>
          <p:nvPr/>
        </p:nvCxnSpPr>
        <p:spPr>
          <a:xfrm>
            <a:off x="7724398" y="3639245"/>
            <a:ext cx="0" cy="53440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1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9233" y="4247706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1" name="Picture 21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275" y="4239694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9" name="肘形连接符 78"/>
          <p:cNvCxnSpPr>
            <a:stCxn id="75" idx="2"/>
            <a:endCxn id="91" idx="0"/>
          </p:cNvCxnSpPr>
          <p:nvPr/>
        </p:nvCxnSpPr>
        <p:spPr>
          <a:xfrm rot="5400000">
            <a:off x="8742323" y="3888854"/>
            <a:ext cx="128300" cy="573380"/>
          </a:xfrm>
          <a:prstGeom prst="bent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4" name="Picture 21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7580" y="4247706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5" name="Picture 21"/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622" y="4239694"/>
            <a:ext cx="407015" cy="4117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96" name="肘形连接符 95"/>
          <p:cNvCxnSpPr>
            <a:stCxn id="75" idx="2"/>
            <a:endCxn id="1045" idx="0"/>
          </p:cNvCxnSpPr>
          <p:nvPr/>
        </p:nvCxnSpPr>
        <p:spPr>
          <a:xfrm rot="5400000">
            <a:off x="8969796" y="4124339"/>
            <a:ext cx="136312" cy="11042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肘形连接符 98"/>
          <p:cNvCxnSpPr>
            <a:stCxn id="75" idx="2"/>
            <a:endCxn id="95" idx="0"/>
          </p:cNvCxnSpPr>
          <p:nvPr/>
        </p:nvCxnSpPr>
        <p:spPr>
          <a:xfrm rot="16200000" flipH="1">
            <a:off x="9201496" y="4003060"/>
            <a:ext cx="128300" cy="34496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肘形连接符 101"/>
          <p:cNvCxnSpPr>
            <a:stCxn id="75" idx="2"/>
            <a:endCxn id="94" idx="0"/>
          </p:cNvCxnSpPr>
          <p:nvPr/>
        </p:nvCxnSpPr>
        <p:spPr>
          <a:xfrm rot="16200000" flipH="1">
            <a:off x="9428969" y="3775587"/>
            <a:ext cx="136312" cy="807925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6" name="Picture 22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8657" y="1734829"/>
            <a:ext cx="451613" cy="4043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6" name="矩形 105"/>
          <p:cNvSpPr/>
          <p:nvPr/>
        </p:nvSpPr>
        <p:spPr>
          <a:xfrm>
            <a:off x="8742404" y="1781331"/>
            <a:ext cx="928121" cy="311388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JQ6500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8" name="直接连接符 87"/>
          <p:cNvCxnSpPr>
            <a:stCxn id="106" idx="3"/>
            <a:endCxn id="1046" idx="1"/>
          </p:cNvCxnSpPr>
          <p:nvPr/>
        </p:nvCxnSpPr>
        <p:spPr>
          <a:xfrm>
            <a:off x="9670525" y="1937025"/>
            <a:ext cx="438132" cy="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/>
          <p:cNvSpPr/>
          <p:nvPr/>
        </p:nvSpPr>
        <p:spPr>
          <a:xfrm>
            <a:off x="8368697" y="2107790"/>
            <a:ext cx="156765" cy="203879"/>
          </a:xfrm>
          <a:prstGeom prst="rect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2" name="肘形连接符 91"/>
          <p:cNvCxnSpPr>
            <a:stCxn id="89" idx="0"/>
            <a:endCxn id="106" idx="1"/>
          </p:cNvCxnSpPr>
          <p:nvPr/>
        </p:nvCxnSpPr>
        <p:spPr>
          <a:xfrm rot="5400000" flipH="1" flipV="1">
            <a:off x="8509360" y="1874746"/>
            <a:ext cx="170765" cy="29532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直接箭头连接符 3"/>
          <p:cNvCxnSpPr>
            <a:stCxn id="28" idx="3"/>
            <a:endCxn id="58" idx="1"/>
          </p:cNvCxnSpPr>
          <p:nvPr/>
        </p:nvCxnSpPr>
        <p:spPr>
          <a:xfrm>
            <a:off x="8148116" y="2967134"/>
            <a:ext cx="119829" cy="372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/>
          <p:cNvSpPr/>
          <p:nvPr/>
        </p:nvSpPr>
        <p:spPr>
          <a:xfrm>
            <a:off x="8458376" y="3873380"/>
            <a:ext cx="1269574" cy="23801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L298N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直接连接符 46"/>
          <p:cNvCxnSpPr>
            <a:stCxn id="77" idx="2"/>
            <a:endCxn id="75" idx="0"/>
          </p:cNvCxnSpPr>
          <p:nvPr/>
        </p:nvCxnSpPr>
        <p:spPr>
          <a:xfrm flipH="1">
            <a:off x="9093163" y="3639245"/>
            <a:ext cx="1" cy="23413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肘形连接符 58"/>
          <p:cNvCxnSpPr>
            <a:stCxn id="44" idx="3"/>
            <a:endCxn id="28" idx="1"/>
          </p:cNvCxnSpPr>
          <p:nvPr/>
        </p:nvCxnSpPr>
        <p:spPr>
          <a:xfrm>
            <a:off x="7015765" y="2568282"/>
            <a:ext cx="236671" cy="398852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/>
          <p:cNvSpPr/>
          <p:nvPr/>
        </p:nvSpPr>
        <p:spPr>
          <a:xfrm>
            <a:off x="4682047" y="3591842"/>
            <a:ext cx="397866" cy="20005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700" dirty="0"/>
              <a:t>Radar</a:t>
            </a:r>
            <a:endParaRPr lang="zh-CN" altLang="en-US" sz="7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538" y="1274044"/>
            <a:ext cx="2315828" cy="12818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2" name="矩形 61"/>
          <p:cNvSpPr/>
          <p:nvPr/>
        </p:nvSpPr>
        <p:spPr>
          <a:xfrm>
            <a:off x="8619565" y="2392805"/>
            <a:ext cx="1310023" cy="230355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Audio </a:t>
            </a:r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Executor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" name="肘形连接符 4"/>
          <p:cNvCxnSpPr>
            <a:stCxn id="68" idx="0"/>
            <a:endCxn id="62" idx="2"/>
          </p:cNvCxnSpPr>
          <p:nvPr/>
        </p:nvCxnSpPr>
        <p:spPr>
          <a:xfrm rot="16200000" flipV="1">
            <a:off x="9318660" y="2579078"/>
            <a:ext cx="151989" cy="240154"/>
          </a:xfrm>
          <a:prstGeom prst="bentConnector3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肘形连接符 9"/>
          <p:cNvCxnSpPr>
            <a:stCxn id="62" idx="1"/>
            <a:endCxn id="89" idx="2"/>
          </p:cNvCxnSpPr>
          <p:nvPr/>
        </p:nvCxnSpPr>
        <p:spPr>
          <a:xfrm rot="10800000">
            <a:off x="8447081" y="2311669"/>
            <a:ext cx="172485" cy="19631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/>
          <p:cNvSpPr/>
          <p:nvPr/>
        </p:nvSpPr>
        <p:spPr>
          <a:xfrm>
            <a:off x="1100893" y="2954583"/>
            <a:ext cx="2322133" cy="185742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Center </a:t>
            </a:r>
            <a:r>
              <a:rPr lang="en-US" altLang="zh-CN" sz="12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Server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4" name="Picture 15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2000" y="3260512"/>
            <a:ext cx="493723" cy="40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5" name="矩形 64"/>
          <p:cNvSpPr/>
          <p:nvPr/>
        </p:nvSpPr>
        <p:spPr>
          <a:xfrm>
            <a:off x="1374809" y="3863715"/>
            <a:ext cx="1760185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Gateway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1374809" y="4154766"/>
            <a:ext cx="1760185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VLA Infer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矩形 69"/>
          <p:cNvSpPr/>
          <p:nvPr/>
        </p:nvSpPr>
        <p:spPr>
          <a:xfrm>
            <a:off x="1374809" y="4453686"/>
            <a:ext cx="1760185" cy="238014"/>
          </a:xfrm>
          <a:prstGeom prst="rect">
            <a:avLst/>
          </a:prstGeom>
          <a:noFill/>
          <a:ln w="635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ROS2 Platform</a:t>
            </a:r>
            <a:endParaRPr lang="zh-CN" alt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2" name="Picture 17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4915" y="3260511"/>
            <a:ext cx="448531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3" name="TextBox 72"/>
          <p:cNvSpPr txBox="1"/>
          <p:nvPr/>
        </p:nvSpPr>
        <p:spPr>
          <a:xfrm>
            <a:off x="1512243" y="3617494"/>
            <a:ext cx="3498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WIFI</a:t>
            </a:r>
            <a:endParaRPr lang="zh-CN" altLang="en-US" sz="1000" dirty="0"/>
          </a:p>
        </p:txBody>
      </p:sp>
      <p:sp>
        <p:nvSpPr>
          <p:cNvPr id="74" name="TextBox 73"/>
          <p:cNvSpPr txBox="1"/>
          <p:nvPr/>
        </p:nvSpPr>
        <p:spPr>
          <a:xfrm>
            <a:off x="2459934" y="3617494"/>
            <a:ext cx="3192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 smtClean="0"/>
              <a:t>VLA</a:t>
            </a:r>
            <a:endParaRPr lang="zh-CN" altLang="en-US" sz="100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2409" y="2507983"/>
            <a:ext cx="494999" cy="4070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476454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40</Words>
  <Application>Microsoft Office PowerPoint</Application>
  <PresentationFormat>自定义</PresentationFormat>
  <Paragraphs>25</Paragraphs>
  <Slides>1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" baseType="lpstr"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regiu</dc:creator>
  <cp:lastModifiedBy>regiu</cp:lastModifiedBy>
  <cp:revision>31</cp:revision>
  <dcterms:created xsi:type="dcterms:W3CDTF">2026-05-06T21:16:08Z</dcterms:created>
  <dcterms:modified xsi:type="dcterms:W3CDTF">2026-10-25T01:26:15Z</dcterms:modified>
</cp:coreProperties>
</file>