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013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540" y="300"/>
      </p:cViewPr>
      <p:guideLst>
        <p:guide orient="horz" pos="2160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10101" y="2130426"/>
            <a:ext cx="9181148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20203" y="3886200"/>
            <a:ext cx="756094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771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891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53232" y="4406900"/>
            <a:ext cx="918114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53232" y="2906714"/>
            <a:ext cx="918114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16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40068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90686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462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535113"/>
            <a:ext cx="477247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0068" y="2174875"/>
            <a:ext cx="477247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86937" y="1535113"/>
            <a:ext cx="477434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86937" y="2174875"/>
            <a:ext cx="477434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862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21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830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40068" y="273050"/>
            <a:ext cx="3553570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23028" y="273051"/>
            <a:ext cx="603825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40068" y="1435101"/>
            <a:ext cx="355357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7499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117140" y="4800601"/>
            <a:ext cx="64808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17140" y="612775"/>
            <a:ext cx="64808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117140" y="5367339"/>
            <a:ext cx="64808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46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3710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830979" y="274639"/>
            <a:ext cx="2430304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40067" y="274639"/>
            <a:ext cx="7110889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4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40068" y="274638"/>
            <a:ext cx="9721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600201"/>
            <a:ext cx="972121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400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0BDAC-40CF-4CAB-92B6-8882156A02C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90461" y="6356351"/>
            <a:ext cx="34204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7409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29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379223" y="1113749"/>
            <a:ext cx="1418169" cy="2736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AutoShape 9" descr="说话素材 - Canva可画"/>
          <p:cNvSpPr>
            <a:spLocks noChangeAspect="1" noChangeArrowheads="1"/>
          </p:cNvSpPr>
          <p:nvPr/>
        </p:nvSpPr>
        <p:spPr bwMode="auto">
          <a:xfrm>
            <a:off x="183773" y="-144463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11" descr="说话素材 - Canva可画"/>
          <p:cNvSpPr>
            <a:spLocks noChangeAspect="1" noChangeArrowheads="1"/>
          </p:cNvSpPr>
          <p:nvPr/>
        </p:nvSpPr>
        <p:spPr bwMode="auto">
          <a:xfrm>
            <a:off x="363795" y="7938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0078" y="1859613"/>
            <a:ext cx="608069" cy="98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512" y="3190986"/>
            <a:ext cx="583845" cy="864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8" name="Picture 1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708153" y="2266657"/>
            <a:ext cx="418582" cy="460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4420928" y="1336625"/>
            <a:ext cx="5444244" cy="27863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In-vehicle System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570205" y="1927477"/>
            <a:ext cx="1543490" cy="185742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ESP32-S3-CAM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7162" y="2225731"/>
            <a:ext cx="493723" cy="40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矩形 16"/>
          <p:cNvSpPr/>
          <p:nvPr/>
        </p:nvSpPr>
        <p:spPr>
          <a:xfrm>
            <a:off x="4707162" y="2848793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Ps2 web server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707162" y="3139844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VLA Infer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536886" y="1927477"/>
            <a:ext cx="3172389" cy="156383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STM32F103C8T6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07162" y="3438764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Sensor Receiver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0" name="Picture 16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1917" y="3712889"/>
            <a:ext cx="447490" cy="357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1" name="肘形连接符 10"/>
          <p:cNvCxnSpPr>
            <a:stCxn id="1040" idx="0"/>
            <a:endCxn id="20" idx="1"/>
          </p:cNvCxnSpPr>
          <p:nvPr/>
        </p:nvCxnSpPr>
        <p:spPr>
          <a:xfrm rot="5400000" flipH="1" flipV="1">
            <a:off x="4518852" y="3524581"/>
            <a:ext cx="155118" cy="2215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8908" y="2225730"/>
            <a:ext cx="448531" cy="4070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4768590" y="2579713"/>
            <a:ext cx="3498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WIFI</a:t>
            </a:r>
            <a:endParaRPr lang="zh-CN" altLang="en-US" sz="1000" dirty="0"/>
          </a:p>
        </p:txBody>
      </p:sp>
      <p:sp>
        <p:nvSpPr>
          <p:cNvPr id="27" name="TextBox 26"/>
          <p:cNvSpPr txBox="1"/>
          <p:nvPr/>
        </p:nvSpPr>
        <p:spPr>
          <a:xfrm>
            <a:off x="5524949" y="2579713"/>
            <a:ext cx="3192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VLA</a:t>
            </a:r>
            <a:endParaRPr lang="zh-CN" altLang="en-US" sz="1000" dirty="0"/>
          </a:p>
        </p:txBody>
      </p:sp>
      <p:sp>
        <p:nvSpPr>
          <p:cNvPr id="28" name="矩形 27"/>
          <p:cNvSpPr/>
          <p:nvPr/>
        </p:nvSpPr>
        <p:spPr>
          <a:xfrm>
            <a:off x="6857116" y="2420888"/>
            <a:ext cx="895680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Receiver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6298" y="3052991"/>
            <a:ext cx="358725" cy="371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37" name="肘形连接符 36"/>
          <p:cNvCxnSpPr>
            <a:stCxn id="1043" idx="2"/>
            <a:endCxn id="20" idx="1"/>
          </p:cNvCxnSpPr>
          <p:nvPr/>
        </p:nvCxnSpPr>
        <p:spPr>
          <a:xfrm rot="16200000" flipH="1">
            <a:off x="4529955" y="3380563"/>
            <a:ext cx="132914" cy="2215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/>
          <p:cNvSpPr/>
          <p:nvPr/>
        </p:nvSpPr>
        <p:spPr>
          <a:xfrm>
            <a:off x="6009950" y="2183514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sp>
        <p:nvSpPr>
          <p:cNvPr id="44" name="矩形 43"/>
          <p:cNvSpPr/>
          <p:nvPr/>
        </p:nvSpPr>
        <p:spPr>
          <a:xfrm>
            <a:off x="6412955" y="2183514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cxnSp>
        <p:nvCxnSpPr>
          <p:cNvPr id="33" name="直接连接符 32"/>
          <p:cNvCxnSpPr>
            <a:stCxn id="31" idx="3"/>
            <a:endCxn id="44" idx="1"/>
          </p:cNvCxnSpPr>
          <p:nvPr/>
        </p:nvCxnSpPr>
        <p:spPr>
          <a:xfrm>
            <a:off x="6217439" y="2286028"/>
            <a:ext cx="1955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7872625" y="2482315"/>
            <a:ext cx="593705" cy="261242"/>
            <a:chOff x="7350247" y="2758068"/>
            <a:chExt cx="606129" cy="261242"/>
          </a:xfrm>
        </p:grpSpPr>
        <p:sp>
          <p:nvSpPr>
            <p:cNvPr id="16" name="流程图: 直接访问存储器 15"/>
            <p:cNvSpPr/>
            <p:nvPr/>
          </p:nvSpPr>
          <p:spPr>
            <a:xfrm>
              <a:off x="7416316" y="2758068"/>
              <a:ext cx="540060" cy="260874"/>
            </a:xfrm>
            <a:prstGeom prst="flowChartMagneticDrum">
              <a:avLst/>
            </a:prstGeom>
            <a:noFill/>
            <a:ln w="635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350247" y="2765394"/>
              <a:ext cx="56330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50" dirty="0" smtClean="0"/>
                <a:t>Queue</a:t>
              </a:r>
              <a:endParaRPr lang="zh-CN" altLang="en-US" sz="1200" dirty="0"/>
            </a:p>
          </p:txBody>
        </p:sp>
      </p:grpSp>
      <p:sp>
        <p:nvSpPr>
          <p:cNvPr id="68" name="矩形 67"/>
          <p:cNvSpPr/>
          <p:nvPr/>
        </p:nvSpPr>
        <p:spPr>
          <a:xfrm>
            <a:off x="8661683" y="2420888"/>
            <a:ext cx="915456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Consumer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/>
          <p:cNvCxnSpPr>
            <a:stCxn id="16" idx="4"/>
            <a:endCxn id="68" idx="1"/>
          </p:cNvCxnSpPr>
          <p:nvPr/>
        </p:nvCxnSpPr>
        <p:spPr>
          <a:xfrm>
            <a:off x="8466330" y="2612752"/>
            <a:ext cx="195353" cy="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/>
          <p:cNvSpPr/>
          <p:nvPr/>
        </p:nvSpPr>
        <p:spPr>
          <a:xfrm>
            <a:off x="6674066" y="3126637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Armbot</a:t>
            </a:r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8042832" y="3126637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Motor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肘形连接符 65"/>
          <p:cNvCxnSpPr>
            <a:stCxn id="68" idx="2"/>
            <a:endCxn id="76" idx="0"/>
          </p:cNvCxnSpPr>
          <p:nvPr/>
        </p:nvCxnSpPr>
        <p:spPr>
          <a:xfrm rot="5400000">
            <a:off x="8063355" y="2070581"/>
            <a:ext cx="321780" cy="1790333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68" idx="2"/>
            <a:endCxn id="77" idx="0"/>
          </p:cNvCxnSpPr>
          <p:nvPr/>
        </p:nvCxnSpPr>
        <p:spPr>
          <a:xfrm rot="5400000">
            <a:off x="8747738" y="2754964"/>
            <a:ext cx="321780" cy="42156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12572" y="3891395"/>
            <a:ext cx="433013" cy="485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1" name="直接连接符 70"/>
          <p:cNvCxnSpPr>
            <a:stCxn id="76" idx="2"/>
            <a:endCxn id="1044" idx="0"/>
          </p:cNvCxnSpPr>
          <p:nvPr/>
        </p:nvCxnSpPr>
        <p:spPr>
          <a:xfrm>
            <a:off x="7329078" y="3356992"/>
            <a:ext cx="0" cy="53440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5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913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1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0955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9" name="肘形连接符 78"/>
          <p:cNvCxnSpPr>
            <a:stCxn id="75" idx="2"/>
            <a:endCxn id="91" idx="0"/>
          </p:cNvCxnSpPr>
          <p:nvPr/>
        </p:nvCxnSpPr>
        <p:spPr>
          <a:xfrm rot="5400000">
            <a:off x="8347003" y="3606601"/>
            <a:ext cx="128300" cy="573380"/>
          </a:xfrm>
          <a:prstGeom prst="bent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4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2260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5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302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6" name="肘形连接符 95"/>
          <p:cNvCxnSpPr>
            <a:stCxn id="75" idx="2"/>
            <a:endCxn id="1045" idx="0"/>
          </p:cNvCxnSpPr>
          <p:nvPr/>
        </p:nvCxnSpPr>
        <p:spPr>
          <a:xfrm rot="5400000">
            <a:off x="8574476" y="3842086"/>
            <a:ext cx="136312" cy="11042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肘形连接符 98"/>
          <p:cNvCxnSpPr>
            <a:stCxn id="75" idx="2"/>
            <a:endCxn id="95" idx="0"/>
          </p:cNvCxnSpPr>
          <p:nvPr/>
        </p:nvCxnSpPr>
        <p:spPr>
          <a:xfrm rot="16200000" flipH="1">
            <a:off x="8806176" y="3720807"/>
            <a:ext cx="128300" cy="34496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肘形连接符 101"/>
          <p:cNvCxnSpPr>
            <a:stCxn id="75" idx="2"/>
            <a:endCxn id="94" idx="0"/>
          </p:cNvCxnSpPr>
          <p:nvPr/>
        </p:nvCxnSpPr>
        <p:spPr>
          <a:xfrm rot="16200000" flipH="1">
            <a:off x="9033649" y="3493334"/>
            <a:ext cx="136312" cy="80792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6" name="Picture 22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337" y="1452576"/>
            <a:ext cx="451613" cy="404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6" name="矩形 105"/>
          <p:cNvSpPr/>
          <p:nvPr/>
        </p:nvSpPr>
        <p:spPr>
          <a:xfrm>
            <a:off x="8347084" y="1499078"/>
            <a:ext cx="928121" cy="311388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JQ6500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连接符 87"/>
          <p:cNvCxnSpPr>
            <a:stCxn id="106" idx="3"/>
            <a:endCxn id="1046" idx="1"/>
          </p:cNvCxnSpPr>
          <p:nvPr/>
        </p:nvCxnSpPr>
        <p:spPr>
          <a:xfrm>
            <a:off x="9275205" y="1654772"/>
            <a:ext cx="43813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矩形 88"/>
          <p:cNvSpPr/>
          <p:nvPr/>
        </p:nvSpPr>
        <p:spPr>
          <a:xfrm>
            <a:off x="5862125" y="1825537"/>
            <a:ext cx="156765" cy="20387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2" name="肘形连接符 91"/>
          <p:cNvCxnSpPr>
            <a:stCxn id="89" idx="0"/>
            <a:endCxn id="106" idx="1"/>
          </p:cNvCxnSpPr>
          <p:nvPr/>
        </p:nvCxnSpPr>
        <p:spPr>
          <a:xfrm rot="5400000" flipH="1" flipV="1">
            <a:off x="7058414" y="536867"/>
            <a:ext cx="170765" cy="240657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8" idx="3"/>
            <a:endCxn id="58" idx="1"/>
          </p:cNvCxnSpPr>
          <p:nvPr/>
        </p:nvCxnSpPr>
        <p:spPr>
          <a:xfrm>
            <a:off x="7752796" y="2612873"/>
            <a:ext cx="119829" cy="372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/>
          <p:cNvSpPr/>
          <p:nvPr/>
        </p:nvSpPr>
        <p:spPr>
          <a:xfrm>
            <a:off x="8063056" y="3591127"/>
            <a:ext cx="1269574" cy="23801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L298N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7" name="直接连接符 46"/>
          <p:cNvCxnSpPr>
            <a:stCxn id="77" idx="2"/>
            <a:endCxn id="75" idx="0"/>
          </p:cNvCxnSpPr>
          <p:nvPr/>
        </p:nvCxnSpPr>
        <p:spPr>
          <a:xfrm flipH="1">
            <a:off x="8697843" y="3356992"/>
            <a:ext cx="1" cy="23413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肘形连接符 58"/>
          <p:cNvCxnSpPr>
            <a:stCxn id="44" idx="3"/>
            <a:endCxn id="28" idx="1"/>
          </p:cNvCxnSpPr>
          <p:nvPr/>
        </p:nvCxnSpPr>
        <p:spPr>
          <a:xfrm>
            <a:off x="6620445" y="2286029"/>
            <a:ext cx="236671" cy="32684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34730" y="1533467"/>
            <a:ext cx="979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smtClean="0"/>
              <a:t>Phone/Pad…</a:t>
            </a:r>
            <a:endParaRPr lang="zh-CN" altLang="en-US" sz="1200" dirty="0"/>
          </a:p>
        </p:txBody>
      </p:sp>
      <p:sp>
        <p:nvSpPr>
          <p:cNvPr id="81" name="矩形 80"/>
          <p:cNvSpPr/>
          <p:nvPr/>
        </p:nvSpPr>
        <p:spPr>
          <a:xfrm>
            <a:off x="4286727" y="3309589"/>
            <a:ext cx="397866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700" dirty="0"/>
              <a:t>Radar</a:t>
            </a:r>
            <a:endParaRPr lang="zh-CN" altLang="en-US" sz="7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179" y="1844823"/>
            <a:ext cx="2315828" cy="1281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7645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27</Words>
  <Application>Microsoft Office PowerPoint</Application>
  <PresentationFormat>自定义</PresentationFormat>
  <Paragraphs>19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regiu</dc:creator>
  <cp:lastModifiedBy>regiu</cp:lastModifiedBy>
  <cp:revision>25</cp:revision>
  <dcterms:created xsi:type="dcterms:W3CDTF">2026-05-06T21:16:08Z</dcterms:created>
  <dcterms:modified xsi:type="dcterms:W3CDTF">2026-05-19T22:55:22Z</dcterms:modified>
</cp:coreProperties>
</file>